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RUSH HOUR | BENCHMARK EMERGENCY ROUTING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Problem Formulation: Dynamic Routing Under Uncertainty &amp; Choke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Problem Statement Context &amp; Operational Baseline (Fictional Challenge Grid):</a:t>
            </a:r>
          </a:p>
          <a:p>
            <a:pPr>
              <a:spcAft>
                <a:spcPts val="1400"/>
              </a:spcAft>
              <a:defRPr sz="1450"/>
            </a:pPr>
            <a:r>
              <a:t>•  Synthetic Urban Environment: The problem models an urban emergency routing challenge on 60×60 spatial grids, evaluating response latency under severe peak-hour congestion and stochastic hazards.</a:t>
            </a:r>
          </a:p>
          <a:p>
            <a:pPr>
              <a:spcAft>
                <a:spcPts val="1400"/>
              </a:spcAft>
              <a:defRPr sz="1450"/>
            </a:pPr>
            <a:r>
              <a:t>•  Conventional Shortest-Path Failure: Standard dispatch algorithms optimize solely for Euclidean/geodesic distance, routing high-priority vehicles directly into heavy congestion clusters and unannounced choke points.</a:t>
            </a:r>
          </a:p>
          <a:p>
            <a:pPr>
              <a:spcAft>
                <a:spcPts val="1400"/>
              </a:spcAft>
              <a:defRPr sz="1450"/>
            </a:pPr>
            <a:r>
              <a:t>•  Asymmetric Entrapment Risk: Detouring 1–2 km along an open collector road incurs modest extra distance (+10–15%), whereas entering a blocked arterial cell causes complete vehicle entrapment with severe response penalties.</a:t>
            </a:r>
          </a:p>
          <a:p>
            <a:pPr>
              <a:spcAft>
                <a:spcPts val="1400"/>
              </a:spcAft>
              <a:defRPr sz="1450"/>
            </a:pPr>
            <a:r>
              <a:t>•  Challenge Objective: Formulate a ML-guided path planner that predicts continuous cell traversability, minimizes expected travel cost, and enforces strict kinematic corner-cutting safety invariants.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RUSH HOUR | HYDERABAD EMERGENCY ROUTING (GHMC &amp; 108)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The Solution: AI Traffic Prediction &amp; Kinematic Dijkstra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Intelligent Dual-Engine Architecture:</a:t>
            </a:r>
          </a:p>
          <a:p>
            <a:pPr>
              <a:spcAft>
                <a:spcPts val="1200"/>
              </a:spcAft>
              <a:defRPr sz="1400"/>
            </a:pPr>
            <a:r>
              <a:t>•  Predictive ML Engine: Soft-Voting Ensemble (Random Forest + HistGradientBoosting) trained across multi-map spatial grids to predict continuous traversability probabilities.</a:t>
            </a:r>
          </a:p>
          <a:p>
            <a:pPr>
              <a:spcAft>
                <a:spcPts val="1200"/>
              </a:spcAft>
              <a:defRPr sz="1400"/>
            </a:pPr>
            <a:r>
              <a:t>•  Bayesian Safety Boundary: Operates at threshold tau = 0.18, capturing 95.0% of physical road closures and waterlogging blocks, cutting missed hazards by 73%.</a:t>
            </a:r>
          </a:p>
          <a:p>
            <a:pPr>
              <a:spcAft>
                <a:spcPts val="1200"/>
              </a:spcAft>
              <a:defRPr sz="1400"/>
            </a:pPr>
            <a:r>
              <a:t>•  Slide 85 Compliant Kinematic Dijkstra: 8-neighbor navigation strictly enforcing diagonal corner-cutting invariants (both orthogonal side cells must be open).</a:t>
            </a:r>
          </a:p>
          <a:p>
            <a:pPr>
              <a:spcAft>
                <a:spcPts val="1200"/>
              </a:spcAft>
              <a:defRPr sz="1400"/>
            </a:pPr>
            <a:r>
              <a:t>•  Probabilistic Cost Metric: c(u) combines expected travel time across traffic states with incident likelihood penalties, routing ambulances smoothly around emergent jams.</a:t>
            </a:r>
          </a:p>
        </p:txBody>
      </p:sp>
      <p:pic>
        <p:nvPicPr>
          <p:cNvPr id="5" name="Picture 4" descr="RUSH-1_rou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RUSH HOUR | HYDERABAD EMERGENCY ROUTING (GHMC &amp; 108)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The Evidence: Proven Performance on Held-Out City Maps &amp;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Rigorous Quantitative Verification:</a:t>
            </a:r>
          </a:p>
          <a:p>
            <a:pPr>
              <a:spcAft>
                <a:spcPts val="1000"/>
              </a:spcAft>
              <a:defRPr sz="1350"/>
            </a:pPr>
            <a:r>
              <a:t>•  Held-Out Generalization (Map 5): Evaluated on an unseen city sector. Overall Accuracy: 77.8%, Macro F1: 0.767, Blocked Hazard Recall: 95.0% with safety threshold tau=0.18.</a:t>
            </a:r>
          </a:p>
          <a:p>
            <a:pPr>
              <a:spcAft>
                <a:spcPts val="1000"/>
              </a:spcAft>
              <a:defRPr sz="1350"/>
            </a:pPr>
            <a:r>
              <a:t>•  Scenario RUSH-1 (Morning Commute): Distance-only cost 215.03 -&gt; Traffic-aware cost 155.25 (-27.8% cost reduction) for a minor +12.2% distance adjustment.</a:t>
            </a:r>
          </a:p>
          <a:p>
            <a:pPr>
              <a:spcAft>
                <a:spcPts val="1000"/>
              </a:spcAft>
              <a:defRPr sz="1350"/>
            </a:pPr>
            <a:r>
              <a:t>•  Scenario RUSH-2 (Ring Road Corridor): Distance-only cost 195.11 -&gt; Traffic-aware cost 151.78 (-22.2% cost reduction) with +11.6% distance adjustment.</a:t>
            </a:r>
          </a:p>
          <a:p>
            <a:pPr>
              <a:spcAft>
                <a:spcPts val="1000"/>
              </a:spcAft>
              <a:defRPr sz="1350"/>
            </a:pPr>
            <a:r>
              <a:t>•  Scenario RUSH-3 (Stress Test): Proved adaptive bottleneck handling; dynamically adjusting threshold relaxes deadlocks while achieving -20.9% travel cost savings.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RUSH HOUR | HYDERABAD EMERGENCY ROUTING (GHMC &amp; 108)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Operationalizing in Hyderabad: 108 Integration, Contracts &amp; Budget (INR)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Commercial &amp; Implementation Framework (Budget: ₹3.95 Crore):</a:t>
            </a:r>
          </a:p>
          <a:p>
            <a:pPr>
              <a:spcAft>
                <a:spcPts val="1200"/>
              </a:spcAft>
              <a:defRPr sz="1400"/>
            </a:pPr>
            <a:r>
              <a:t>•  Service Delivery: Turnkey Cloud AI microservice integrated with Telangana 108 / 112 ERSS Computer Aided Dispatch. Recommends optimal routes to dispatchers with in-cab pilot navigation.</a:t>
            </a:r>
          </a:p>
          <a:p>
            <a:pPr>
              <a:spcAft>
                <a:spcPts val="1200"/>
              </a:spcAft>
              <a:defRPr sz="1400"/>
            </a:pPr>
            <a:r>
              <a:t>•  Human-in-the-Loop Governance: 108 ambulance pilots and dispatchers retain full override authority. Automatic fallback to onboard static GIS navigation if cellular network drops.</a:t>
            </a:r>
          </a:p>
          <a:p>
            <a:pPr>
              <a:spcAft>
                <a:spcPts val="1200"/>
              </a:spcAft>
              <a:defRPr sz="1400"/>
            </a:pPr>
            <a:r>
              <a:t>•  Operator Compensation: Hybrid contract with GVK EMRI / fleet operators - 85% Base Monthly Availability Fee + 15% Performance Bonus tied to on-time arrival and &lt;10% override compliance.</a:t>
            </a:r>
          </a:p>
          <a:p>
            <a:pPr>
              <a:spcAft>
                <a:spcPts val="1200"/>
              </a:spcAft>
              <a:defRPr sz="1400"/>
            </a:pPr>
            <a:r>
              <a:t>•  Pilot Budget (6 Months, 40 Ambulances in Zone 1): ₹3.95 Crore covering cloud software, CAD APIs, 40 in-cab ruggedized 5G tablets, HTP telemetry feeds, and driver training.</a:t>
            </a:r>
          </a:p>
          <a:p>
            <a:pPr>
              <a:spcAft>
                <a:spcPts val="1200"/>
              </a:spcAft>
              <a:defRPr sz="1400"/>
            </a:pPr>
            <a:r>
              <a:t>•  Core Municipal KPIs: Median Response Time (Target: &lt;11.5 min), SLA Attainment (Target: &gt;85%), Pilot Override Rate (Target: &lt;12%), Cost Per Call (Target: ₹1,480).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PROJECT RUSH HOUR | HYDERABAD EMERGENCY ROUTING (GHMC &amp; 108)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Recommendation to GHMC &amp; Telangana Leadership: 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Council Decision &amp; Immediate 90-Day Execution:</a:t>
            </a:r>
          </a:p>
          <a:p>
            <a:pPr>
              <a:spcAft>
                <a:spcPts val="1400"/>
              </a:spcAft>
              <a:defRPr sz="1450"/>
            </a:pPr>
            <a:r>
              <a:t>•  Immediate Recommendation: Authorize the 6-Month Sector 1 Pilot (Hitec City - Gachibowli Corridor) with an allocated budget of ₹3.95 Crore under GHMC Smart City Mission.</a:t>
            </a:r>
          </a:p>
          <a:p>
            <a:pPr>
              <a:spcAft>
                <a:spcPts val="1400"/>
              </a:spcAft>
              <a:defRPr sz="1450"/>
            </a:pPr>
            <a:r>
              <a:t>•  Next 30 Days: Execute API integration between Telangana 108 CAD and the AI Routing Microservice; finalize operator contract addenda.</a:t>
            </a:r>
          </a:p>
          <a:p>
            <a:pPr>
              <a:spcAft>
                <a:spcPts val="1400"/>
              </a:spcAft>
              <a:defRPr sz="1450"/>
            </a:pPr>
            <a:r>
              <a:t>•  Next 60 Days: Complete in-cab 5G tablet deployment across 40 frontline 108 ambulances and conduct dispatcher simulation workshops.</a:t>
            </a:r>
          </a:p>
          <a:p>
            <a:pPr>
              <a:spcAft>
                <a:spcPts val="1400"/>
              </a:spcAft>
              <a:defRPr sz="1450"/>
            </a:pPr>
            <a:r>
              <a:t>•  Next 90 Days: Formal pilot launch in Zone 1; commence bi-weekly SLA reporting and live municipal performance audits.</a:t>
            </a:r>
          </a:p>
          <a:p>
            <a:pPr>
              <a:spcAft>
                <a:spcPts val="1400"/>
              </a:spcAft>
              <a:defRPr sz="1450"/>
            </a:pPr>
            <a:r>
              <a:t>•  Target Civic Outcome: 22-28% reduction in emergency transit delay, saving an estimated 45+ additional lives annually across Hyderabad.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